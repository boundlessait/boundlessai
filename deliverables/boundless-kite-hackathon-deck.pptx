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fa5e906a4b487e" /><Relationship Type="http://schemas.openxmlformats.org/officeDocument/2006/relationships/extended-properties" Target="/docProps/app.xml" Id="Rf4e6e11e203846f5" /><Relationship Type="http://schemas.openxmlformats.org/officeDocument/2006/relationships/officeDocument" Target="/ppt/presentation.xml" Id="Rd10dcd50006948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317666e92d4864"/>
  </p:sldMasterIdLst>
  <p:notesMasterIdLst>
    <p:notesMasterId xmlns:r="http://schemas.openxmlformats.org/officeDocument/2006/relationships" r:id="R4605b726492245da"/>
  </p:notesMasterIdLst>
  <p:sldIdLst>
    <p:sldId xmlns:r="http://schemas.openxmlformats.org/officeDocument/2006/relationships" id="256" r:id="Rd82507b77a6e4255"/>
    <p:sldId xmlns:r="http://schemas.openxmlformats.org/officeDocument/2006/relationships" id="257" r:id="R1b6b359fbe984074"/>
    <p:sldId xmlns:r="http://schemas.openxmlformats.org/officeDocument/2006/relationships" id="258" r:id="R75eb82ae139e45d0"/>
    <p:sldId xmlns:r="http://schemas.openxmlformats.org/officeDocument/2006/relationships" id="259" r:id="R771a142f75ed44e8"/>
    <p:sldId xmlns:r="http://schemas.openxmlformats.org/officeDocument/2006/relationships" id="260" r:id="R3f9bcb6965be40cc"/>
    <p:sldId xmlns:r="http://schemas.openxmlformats.org/officeDocument/2006/relationships" id="261" r:id="Rc50114b6e09541fc"/>
    <p:sldId xmlns:r="http://schemas.openxmlformats.org/officeDocument/2006/relationships" id="262" r:id="Rf6945eed98c844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17666e92d4864" /><Relationship Type="http://schemas.openxmlformats.org/officeDocument/2006/relationships/theme" Target="/ppt/theme/theme1.xml" Id="Re03b7dbf5b964d87" /><Relationship Type="http://schemas.openxmlformats.org/officeDocument/2006/relationships/notesMaster" Target="/ppt/notesMasters/notesMaster1.xml" Id="R4605b726492245da" /><Relationship Type="http://schemas.openxmlformats.org/officeDocument/2006/relationships/presProps" Target="/ppt/presProps.xml" Id="R7625baeb327844dd" /><Relationship Type="http://schemas.openxmlformats.org/officeDocument/2006/relationships/viewProps" Target="/ppt/viewProps.xml" Id="Re699390a84294540" /><Relationship Type="http://schemas.openxmlformats.org/officeDocument/2006/relationships/tableStyles" Target="/ppt/tableStyles.xml" Id="R3697b646bdd64f48" /><Relationship Type="http://schemas.openxmlformats.org/officeDocument/2006/relationships/slide" Target="/ppt/slides/slide1.xml" Id="Rd82507b77a6e4255" /><Relationship Type="http://schemas.openxmlformats.org/officeDocument/2006/relationships/slide" Target="/ppt/slides/slide2.xml" Id="R1b6b359fbe984074" /><Relationship Type="http://schemas.openxmlformats.org/officeDocument/2006/relationships/slide" Target="/ppt/slides/slide3.xml" Id="R75eb82ae139e45d0" /><Relationship Type="http://schemas.openxmlformats.org/officeDocument/2006/relationships/slide" Target="/ppt/slides/slide4.xml" Id="R771a142f75ed44e8" /><Relationship Type="http://schemas.openxmlformats.org/officeDocument/2006/relationships/slide" Target="/ppt/slides/slide5.xml" Id="R3f9bcb6965be40cc" /><Relationship Type="http://schemas.openxmlformats.org/officeDocument/2006/relationships/slide" Target="/ppt/slides/slide6.xml" Id="Rc50114b6e09541fc" /><Relationship Type="http://schemas.openxmlformats.org/officeDocument/2006/relationships/slide" Target="/ppt/slides/slide7.xml" Id="Rf6945eed98c844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63bfa3a1f8340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2ef0a3db034d2a" /><Relationship Type="http://schemas.openxmlformats.org/officeDocument/2006/relationships/notesMaster" Target="/ppt/notesMasters/notesMaster1.xml" Id="Rf92526e260cb42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0e32eebe1248b0" /><Relationship Type="http://schemas.openxmlformats.org/officeDocument/2006/relationships/notesMaster" Target="/ppt/notesMasters/notesMaster1.xml" Id="Rf12cd778fc6149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22f5058943422d" /><Relationship Type="http://schemas.openxmlformats.org/officeDocument/2006/relationships/notesMaster" Target="/ppt/notesMasters/notesMaster1.xml" Id="R88053f7c206547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d06498acb44afd" /><Relationship Type="http://schemas.openxmlformats.org/officeDocument/2006/relationships/notesMaster" Target="/ppt/notesMasters/notesMaster1.xml" Id="R15286fd9fd584c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8c5e52e46044f4" /><Relationship Type="http://schemas.openxmlformats.org/officeDocument/2006/relationships/notesMaster" Target="/ppt/notesMasters/notesMaster1.xml" Id="Rf0e65e56ec3a4b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cd6ebbcb764abe" /><Relationship Type="http://schemas.openxmlformats.org/officeDocument/2006/relationships/notesMaster" Target="/ppt/notesMasters/notesMaster1.xml" Id="R1eed1a6a13e148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ccbf744b814cd7" /><Relationship Type="http://schemas.openxmlformats.org/officeDocument/2006/relationships/notesMaster" Target="/ppt/notesMasters/notesMaster1.xml" Id="R34243f73e4014a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827cef566461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18ed688bca94f51" /><Relationship Type="http://schemas.openxmlformats.org/officeDocument/2006/relationships/slideLayout" Target="/ppt/slideLayouts/slideLayout2.xml" Id="Rd6d3294d3f7042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d3294d3f7042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4afa9358134498" /><Relationship Type="http://schemas.openxmlformats.org/officeDocument/2006/relationships/notesSlide" Target="/ppt/notesSlides/notesSlide1.xml" Id="R6a1fcd7ae4bb40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d64aee48284717" /><Relationship Type="http://schemas.openxmlformats.org/officeDocument/2006/relationships/notesSlide" Target="/ppt/notesSlides/notesSlide2.xml" Id="Rb94f142c5ad648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d188d7cad745c6" /><Relationship Type="http://schemas.openxmlformats.org/officeDocument/2006/relationships/notesSlide" Target="/ppt/notesSlides/notesSlide3.xml" Id="Ra0573ed061a94b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7b33d17ba14d66" /><Relationship Type="http://schemas.openxmlformats.org/officeDocument/2006/relationships/notesSlide" Target="/ppt/notesSlides/notesSlide4.xml" Id="R0a6798f01bed42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c23a3a93b641c6" /><Relationship Type="http://schemas.openxmlformats.org/officeDocument/2006/relationships/image" Target="/ppt/media/image.png" Id="Refab938471fc4b72" /><Relationship Type="http://schemas.openxmlformats.org/officeDocument/2006/relationships/image" Target="/ppt/media/image2.png" Id="Rcdd2ec5f61404217" /><Relationship Type="http://schemas.openxmlformats.org/officeDocument/2006/relationships/image" Target="/ppt/media/image3.png" Id="R2bd82694b6124090" /><Relationship Type="http://schemas.openxmlformats.org/officeDocument/2006/relationships/notesSlide" Target="/ppt/notesSlides/notesSlide5.xml" Id="Rd8bace8788b141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9fa8f63e174e31" /><Relationship Type="http://schemas.openxmlformats.org/officeDocument/2006/relationships/notesSlide" Target="/ppt/notesSlides/notesSlide6.xml" Id="R49f7b411c6334d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7eb2aa7ec24dd2" /><Relationship Type="http://schemas.openxmlformats.org/officeDocument/2006/relationships/notesSlide" Target="/ppt/notesSlides/notesSlide7.xml" Id="Radf27c2568c845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F27F7E-E3E7-4BE8-9EA3-C9A02804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2CE21-63F2-487C-8031-B0CFAE9B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810B1-ED12-496E-A62C-3F1262E7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A3"/>
                </a:solidFill>
                <a:latin typeface="Aptos"/>
                <a:ea typeface="Aptos"/>
                <a:cs typeface="Aptos"/>
              </a:rPr>
              <a:t>BOUNDLESS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91F5E-92DA-4B39-BE9F-E42D581C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Governed agent finance for Kite Passport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B571D-A68F-4015-A204-25AAF63C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33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Rules First,</a:t>
            </a:r>
          </a:p>
          <a:p xmlns:a="http://schemas.openxmlformats.org/drawingml/2006/main">
            <a:pPr algn="l">
              <a:defRPr sz="36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Agents Run.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7422C-6C90-471E-A0FC-3F4F882B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Boundless is the control layer between agent intent and real-money execution. It gives agents bounded authority without handing away full wallet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038DC-1B6F-4AE3-89E8-675C359F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96AF5-88B4-4A95-8B04-52DB8B6C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287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A3"/>
                </a:solidFill>
                <a:latin typeface="Aptos"/>
                <a:ea typeface="Aptos"/>
                <a:cs typeface="Aptos"/>
              </a:rPr>
              <a:t>Judge memory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B8309-5C9E-4947-8315-45D6C39B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3355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Delegated payments need a governance layer.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1DDD9-67CA-46D0-9E2F-AC288C81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64318-C39F-4295-B4CE-46668950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9080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4"/>
                </a:solidFill>
                <a:latin typeface="Aptos"/>
                <a:ea typeface="Aptos"/>
                <a:cs typeface="Aptos"/>
              </a:rPr>
              <a:t>Kite Passport handles identity, session scope, and delegated payment permission.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FC109-243C-4DC8-A2DB-5B2D5C19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59C19-E39C-4659-83DB-5F3B3C15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908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4"/>
                </a:solidFill>
                <a:latin typeface="Aptos"/>
                <a:ea typeface="Aptos"/>
                <a:cs typeface="Aptos"/>
              </a:rPr>
              <a:t>Boundless adds policy, operator controls, and explicit proof before execution.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77833-8D90-4DF3-AE40-CF2C9F89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48434-C6C0-46E4-98CC-7ABEE8C2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9090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4"/>
                </a:solidFill>
                <a:latin typeface="Aptos"/>
                <a:ea typeface="Aptos"/>
                <a:cs typeface="Aptos"/>
              </a:rPr>
              <a:t>The product shows both approved and blocked outcomes, not just successful payments.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DA8D1-6FAC-4C65-8C42-E1CA2769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333C4-66D1-4280-B175-D30DAF3B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3850B-4920-4F6A-9760-DF8ED9EC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B0A3"/>
                </a:solidFill>
                <a:latin typeface="Aptos"/>
                <a:ea typeface="Aptos"/>
                <a:cs typeface="Aptos"/>
              </a:rPr>
              <a:t>Live surfaces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4F683-3729-4A85-9F43-C7426C53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submission / member-test /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FC2DE-8A08-43DE-B3CC-9D7261FE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12445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69D71-4D2D-4713-BF50-818B78B6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768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998C7-4672-4F72-871B-22E5947B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388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B0A3"/>
                </a:solidFill>
                <a:latin typeface="Aptos"/>
                <a:ea typeface="Aptos"/>
                <a:cs typeface="Aptos"/>
              </a:rPr>
              <a:t>Decision paths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629AF-781C-440E-B5A2-7A1B3176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102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allow and block both produce receipts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FBCE21-C1D4-4E28-90A0-9DC94AE5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2445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ADF31-73FE-43FC-B371-13BBCEC9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768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4EB8F-2BC6-487E-919C-242C8580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6388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B0A3"/>
                </a:solidFill>
                <a:latin typeface="Aptos"/>
                <a:ea typeface="Aptos"/>
                <a:cs typeface="Aptos"/>
              </a:rPr>
              <a:t>Core thesis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9C2B93-5247-4487-8B5C-835FE7EF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8102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bounded financial authority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C26C47-12E2-4125-B0A8-DF7A089C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591192-08A5-4663-A435-AE97905E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768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Kite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53F140-A1BD-4154-B976-B0905017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6388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B0A3"/>
                </a:solidFill>
                <a:latin typeface="Aptos"/>
                <a:ea typeface="Aptos"/>
                <a:cs typeface="Aptos"/>
              </a:rPr>
              <a:t>Protocol fit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C4E913-8C0D-42D2-93B1-4D188750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8102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delegation + policy + proof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7FF852-B5BF-4780-A521-4A492170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7C01A0-BFEA-4F54-B6FB-2369C803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Boundless by Miraix AI · Encode x Kite hackathon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51ECA1-28B4-4BFB-8FB0-484A9371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F8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F89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13503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A3DF25-D7A8-4AFF-BAEE-D308812A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4D63A-7F92-493C-A529-0313BC7A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0C945-C3B1-4D71-968C-D8606011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A3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34F55-E147-4702-800F-36B07274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Delegation without execution governance is too coarse for capital-moving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847A5-B1FA-4FF1-B3BB-B0711F58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Wallet permission alone answers who can pay. It does not answer whether this exact request should execute now, under this budget, on this protocol, with this rationale.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5747F-C43D-4759-AF81-3D15EE76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3909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D1711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FD423-C69E-49BE-9DE2-BB359211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CF633-2936-4551-982A-952972AD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Permission is broader than 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23E83-F97E-447B-A236-959B21C5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Once a session exists, the missing layer is not more autonomy. It is a way to check scope, amount, venue, and human posture before the payment continues.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DA840-EE49-4309-A0F2-81980441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19400"/>
            <a:ext cx="33909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527CA-EAA6-4272-A1CE-A2007727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74D18C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B322F-59F4-4494-8FAF-C7211CAC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29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Ops teams need a runtime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BE8B6-C6ED-4988-BCB3-552E124E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386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Real systems need active, review, and paused modes. They need something stronger than “the agent has a wallet”.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11F9B-F613-4AA4-9D8B-484B6CAF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33909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D1711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94BE8-8CB5-4D41-B166-B9BDF2AF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45D42-DB93-415F-90BB-BC123190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Proof has to include failures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4FDF4-569A-4D4C-ABC5-80DECC02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The hard problem is not logging success. It is showing why a request was blocked before money moved.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011BD-2889-4E1E-A787-9A654843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This is why Boundless is not another wallet or trading bot. It is a pre-execution control layer.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4965B-FE13-4527-8CBF-3A419055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83E85-B731-40C3-A205-8ADDB7F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Problem framing · delegated payments need bounded authority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5C2290-B975-472C-9CA7-2541DA76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F8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F89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041847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06CB44-8D5F-4631-95AF-8B310B7B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F1894-F07A-4243-951F-4A0395B4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95340-63EC-4B50-A114-B94EF944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A3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32CAD-2773-4A82-979F-66E6A894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Boundless turns wallet authority into a policy envelope.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F8622-82D5-4159-87E2-1F4E4C92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The operator defines rules first. The agent then submits a request against those rules. Only in-policy requests move forward.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791E1-4A24-444F-8BE1-11B9A448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953B4-5E3A-48E7-A23A-68B96BBD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3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59433-937A-45ED-BBDB-9E65432F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E8E76-BF14-4D95-8464-3474D571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Session permission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C6925-BC5E-494E-A4A8-EFD0998B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2533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Kite Passport handles identity, delegated payment permission, and session scope.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F5731-2222-4429-BFF5-963238CA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A58A0-DA98-4E7E-9733-CB6DCEB2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432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3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7BC71-32C5-4E12-B579-0D075A3A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8402C-A088-4F0B-B365-A79AB9B3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4320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Boundless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AC031-BC40-4781-9E9E-AFD80E6F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24200"/>
            <a:ext cx="2533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Per-tx limit, daily budget, allowed assets, allowed protocols, operator mode, and proof requirements.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BD447-E750-49D7-A8D5-43773E72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52F53-3F1B-49B2-8088-691EED94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3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3A3E8A-DF19-4388-9462-B960C7C3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622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8AAB9-C084-4276-AFF2-499C6948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4320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Execution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6E540-3B0D-4975-BAB9-7789A4D2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24200"/>
            <a:ext cx="2533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Approve, review, pause, or block the request before real-money execution proceeds.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5765D5-6EB6-4686-B607-2F387BD1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EBD06-FF97-4EAF-935D-BADCA2CD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3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30998D-EF2C-4BD3-AEB1-17C176A3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33597-0122-4525-BCA2-CF0C87CE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9580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Proof surface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2EDA8C-938A-40CD-91F6-4F262907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2533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Write pass and fail outcomes as receipts so the human can audit what happened.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00A0C-5921-4050-AA86-F1F9209D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2435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7359F2-3FB4-4D98-BC8F-3C69E9AE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958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3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68599-9D0E-4B4E-A378-0A8F526F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148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BD764-50F5-4698-926C-7AB71EE1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9580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Runtime operations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866476-77AF-4419-BDA2-94B145E2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76800"/>
            <a:ext cx="2533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Operator can issue, update, revoke, review, and resume from the app instead of hiding everything in CLI demos.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7F8610-2217-4A14-96AA-22F43A98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F4387A-30FB-47D9-BB31-A6037150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958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3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ECD8E1-1F5D-4E92-98A1-B465297B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148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1B4B48-14DF-48DC-9FA2-3BC4AFDB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9580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Product claim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384805-03E0-4AFC-914B-C392EB9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76800"/>
            <a:ext cx="2533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Agents can run, but only inside explicit financial boundaries.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FBE93A-4BC6-436E-8C8D-53031A11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138E9A-C49B-47E1-B551-AEC2264C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Solution framing · Rules first, then agent execution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3F8DD3-FC81-4129-98F4-3B95460B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F8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F89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61102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30798F-9EA4-4649-B23C-65695E88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FDB5F-DA30-41BF-81D6-46EC50C9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D4EDA-B305-495D-81FF-30A574C3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A3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358C4-59F9-4A52-9742-1E1EA933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Kite handles delegation. Boundless governs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85BB6-59B4-45A8-9325-7B5A281A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This is not a replacement for Passport. It is the control plane layered above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7764F-9454-41B9-B5B5-8D885E5A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4003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0D1711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BD54C-30A6-4C8C-B031-2A39AA10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1. Kite Passport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0C650-188D-4BDE-9756-1F4ADF17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Identity, delegated payment permission, session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E4A63-71DF-4315-A84D-C83CDB56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29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9B905-BA71-4D32-8106-5668A879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71900"/>
            <a:ext cx="762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4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0D751-A26F-438B-B8AA-C5337222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62250"/>
            <a:ext cx="24003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99E92-AFE5-4D1E-B1E4-0BBFFE24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2. Boundless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DC3E6-915D-40AE-A7C0-D8383D35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0520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Wallet scope, per-tx budget, daily budget, allowed assets, operator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81137-0DB2-45C0-B9D3-EFDB988C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29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A51B9-7000-476F-8191-6D21B292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71900"/>
            <a:ext cx="762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4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A66EC-76DD-4BD4-9441-156D4811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24003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0D1711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92CAC-55D5-482B-A038-3A728B86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3. Payment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33DD6-B935-4D76-BD62-027AB8E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0520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Prepare request, allow or block before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F7EDD-9E08-4041-8CF9-34D8C620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6740D-B92A-4FCD-B42B-67F4563E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71900"/>
            <a:ext cx="762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4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E173F-C9EA-409E-BFA5-41C4E188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4003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368DA-964A-48A3-8A28-C83C959F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99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4.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C7609-9034-427A-82C9-7C252667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0520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Session, request, decision, payment result, receipt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503E4-7841-484A-B876-8D67C9CD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1625F-9383-48EC-9CE0-238B5EFA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6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Boundless is the pre-execution layer. It decides whether a payment request continues, pauses for review, or stops before money moves.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5BD37A-53BB-4712-AB1D-D72A3281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8B343-5C39-4816-BF33-4E572099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Architecture · delegation below, governance above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34746-5383-4E56-9BCD-EA79D496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F8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F89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95983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99843-AF98-4866-9DCF-9271A372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EECE9-441B-4E78-96BB-29E9AF8F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BD288-0E78-4BF6-B00D-DB08919D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A3"/>
                </a:solidFill>
                <a:latin typeface="Aptos"/>
                <a:ea typeface="Aptos"/>
                <a:cs typeface="Aptos"/>
              </a:rPr>
              <a:t>LIVE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4AF43-32B8-43B2-9576-3DF9D1D6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Three surfaces make the product legible to operators and judges.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ADDE6-C64E-4C77-B1DF-7CC502A6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The live demo is not a landing page. It exposes policy operations, a member payment check flow, and a proof surface.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18004-810A-461F-9B8B-8FD5906B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36004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b938471fc4b72"/>
          <a:stretch xmlns:a="http://schemas.openxmlformats.org/drawingml/2006/main"/>
        </p:blipFill>
        <p:spPr>
          <a:xfrm xmlns:a="http://schemas.openxmlformats.org/drawingml/2006/main">
            <a:off x="628650" y="2880717"/>
            <a:ext cx="3371850" cy="189666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15683-FA31-4010-BD0E-474E88F7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7F4"/>
                </a:solidFill>
                <a:latin typeface="Aptos"/>
                <a:ea typeface="Aptos"/>
                <a:cs typeface="Aptos"/>
              </a:rPr>
              <a:t>Operator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28B8E-05D1-40FA-97AD-591497F0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Set policy, operator posture, and runtime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E7E85-5F17-42B4-B14A-368B5F16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76500"/>
            <a:ext cx="36004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2ec5f61404217"/>
          <a:stretch xmlns:a="http://schemas.openxmlformats.org/drawingml/2006/main"/>
        </p:blipFill>
        <p:spPr>
          <a:xfrm xmlns:a="http://schemas.openxmlformats.org/drawingml/2006/main">
            <a:off x="4410075" y="2880717"/>
            <a:ext cx="3371850" cy="189666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A6294-4C88-4733-A839-98B2C554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625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7F4"/>
                </a:solidFill>
                <a:latin typeface="Aptos"/>
                <a:ea typeface="Aptos"/>
                <a:cs typeface="Aptos"/>
              </a:rPr>
              <a:t>Member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8D31D-0975-4E4B-92DB-D44E12A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530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Mirror session boundary and run the payment check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F3472-4B9E-4E11-8E9A-300119C6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36004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82694b6124090"/>
          <a:stretch xmlns:a="http://schemas.openxmlformats.org/drawingml/2006/main"/>
        </p:blipFill>
        <p:spPr>
          <a:xfrm xmlns:a="http://schemas.openxmlformats.org/drawingml/2006/main">
            <a:off x="8191500" y="2880717"/>
            <a:ext cx="3371850" cy="1896666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6CD2F-7E0F-439D-9EC3-D4AD95AB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625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F7F4"/>
                </a:solidFill>
                <a:latin typeface="Aptos"/>
                <a:ea typeface="Aptos"/>
                <a:cs typeface="Aptos"/>
              </a:rPr>
              <a:t>Proof Surface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2949C-4B0B-4FB8-ABF8-36ABA4A3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530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Render session, decision, payment result, and receipt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11261-DB0A-4685-A544-722CA5FC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BFE11-3204-41C1-B948-FA84456E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Live demo · submission, member-test,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BCE652-4A88-4B05-B088-414AFBA0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F8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F89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69366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AD4FED-AC87-4D9E-9C58-E57AD314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B7737-DB18-4256-839D-B8298DD6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4674D-D833-4AA3-9831-57AF0E73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A3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AEF1A-2ADA-42EB-AC79-69A26FEF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What the recorded demo proves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984CE-3565-481B-BE70-C6BDF40A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The flow is intentionally simple: define rules, mirror the session boundary, prepare a request, then prove what happened.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787A3-8F81-4493-92FD-5FEF0365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7239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711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B3A76-D677-44D0-8930-F5A6B097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3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52D10-6AC2-463B-A41C-3F827420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EB4F8-45EC-4845-A527-D08643FE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76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Save 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5F68C-C8C2-4838-AEA7-54AD8392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955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The operator defines the Boundless policy envelope.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FC15E-2B9A-46AA-8D1B-E737A5F3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7239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EAF80-1D00-48B9-93A3-01E7607B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3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564B1-02A3-426F-B220-75A65FCF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7C8D1-2EBB-4331-9601-282C6A82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Save session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8AB45-CCB2-4B30-AC10-986FC874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04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Member Test mirrors the active Kite Passport session budget and expiry.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B37E7-E621-42C1-BC9D-C48C5C3D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239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711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733C7-A636-4FEF-8713-32907476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3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9E2E6-E0DC-4235-9900-374A2BEA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BF8BA-9FF4-4385-AEFD-0C772BC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Prepare x402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9D38A-53F3-4C75-A822-BAB737E9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Boundless checks the request locally before paid execution continues.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76E25E-0124-4728-829D-A2EDB827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7239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4951B-5116-4CD4-B106-447E999E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3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F8328-8B02-4A02-97C4-AFB7448A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99B640-B239-4F8F-BDA4-2AAE0DDC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Complete paid request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5B3280-A956-46B6-92CB-EA922A02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101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The allowed path completes; the blocked path stops before settlement.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C62E2E-4219-49B8-94EB-4AB98BD8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7239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711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AA267-FCDA-4A7C-BDAA-23086601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3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4F110-773B-48ED-8D30-A926072C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779B75-7160-4848-9335-83674BB8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95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Open proof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89C24-C41A-45C6-B91A-D0C40501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The proof page shows session, request, decision, payment result, and receipt.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F8F205-3B7E-4483-9D8F-936584D6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32BB63-60FF-4647-8033-D72C500B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Pass / Fail Proof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88DCE8-1C80-4558-8915-BCB09B84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The important claim is not only that a payment can succeed. The more defensible claim is that out-of-policy requests are blocked and explained before money moves.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92FE8D-E6ED-4E6F-BB31-9B61544A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2743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4"/>
                </a:solidFill>
                <a:latin typeface="Aptos"/>
                <a:ea typeface="Aptos"/>
                <a:cs typeface="Aptos"/>
              </a:rPr>
              <a:t>That gives Kite a stronger agentic economy story: delegated payment permission plus runtime governance plus proof.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312EBF-AE1F-41CB-A5D0-D2512F31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B3DC91-524C-4301-8CAC-CF744449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Demo structure · show policy, request, proof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2169BE-0C8C-4C20-A3BB-D17EBB88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F8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F89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06217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09203B-54A4-436A-91EE-855CB44B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EAB78-ACC6-4FF4-B659-B7A79DCC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B425F-0CCA-4356-B8F0-C08286D3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A3"/>
                </a:solidFill>
                <a:latin typeface="Aptos"/>
                <a:ea typeface="Aptos"/>
                <a:cs typeface="Aptos"/>
              </a:rPr>
              <a:t>WHY BOUNDLESS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BBD64-4A48-4ADB-97EF-5A5F3D56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Boundless gives Kite a stronger story than “agents can pay”.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8A5C6-7947-4B25-A8DC-4354C04F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The harder and more valuable question is whether agents should be allowed to pay under the current conditions. That is the layer Boundless owns.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81ADF-5FED-4EB5-8A1D-9D0A4741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953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80163-4EDF-449F-85C2-55F3A5DD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What shipped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E8FCE-1913-4786-BAA4-DB130727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46791-7467-4602-BF65-9BCCFBDC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4"/>
                </a:solidFill>
                <a:latin typeface="Aptos"/>
                <a:ea typeface="Aptos"/>
                <a:cs typeface="Aptos"/>
              </a:rPr>
              <a:t>Live operator surface at /submission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EF361-F3D5-4F8B-B982-85FCADE0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89F6E-E2B5-4E09-B300-64C75291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4"/>
                </a:solidFill>
                <a:latin typeface="Aptos"/>
                <a:ea typeface="Aptos"/>
                <a:cs typeface="Aptos"/>
              </a:rPr>
              <a:t>Session-bound payment flow at /member-test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5DDA7-E750-49F4-B6BC-26535710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46885-24ED-453B-AB1F-EB3CF7B1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4"/>
                </a:solidFill>
                <a:latin typeface="Aptos"/>
                <a:ea typeface="Aptos"/>
                <a:cs typeface="Aptos"/>
              </a:rPr>
              <a:t>Receipts and evidence at /proof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8B210-7AA1-4E6C-AAA4-657F064F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63E43-B114-4955-87B1-A290B442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4"/>
                </a:solidFill>
                <a:latin typeface="Aptos"/>
                <a:ea typeface="Aptos"/>
                <a:cs typeface="Aptos"/>
              </a:rPr>
              <a:t>Wallet-signed admin controls for policy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A46F5-7698-49E8-9329-41DF9CFE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8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6C229-C70A-4BE9-8C73-A90149BB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4"/>
                </a:solidFill>
                <a:latin typeface="Aptos"/>
                <a:ea typeface="Aptos"/>
                <a:cs typeface="Aptos"/>
              </a:rPr>
              <a:t>Allow / block outcomes rendered as product surfaces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92F3D-4D5C-42BC-96E6-89A5BC63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6388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D1711"/>
          </a:solidFill>
          <a:ln xmlns:a="http://schemas.openxmlformats.org/drawingml/2006/main" w="9525">
            <a:solidFill>
              <a:srgbClr val="2236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3F903-5B59-49E7-B1F6-6A7DB4B6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7F89F"/>
                </a:solidFill>
                <a:latin typeface="Aptos Display"/>
                <a:ea typeface="Aptos Display"/>
                <a:cs typeface="Aptos Display"/>
              </a:rPr>
              <a:t>Judge takeaway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E4A71-B61F-4F70-A7A7-41C0C4D0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7F4"/>
                </a:solidFill>
                <a:latin typeface="Aptos Display"/>
                <a:ea typeface="Aptos Display"/>
                <a:cs typeface="Aptos Display"/>
              </a:rPr>
              <a:t>Boundless is the control layer between agent intent and real-money execution.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1FAAE-D619-4363-BD41-99648772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95750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Kite Passport handles delegation. Boundless defines the rules, checks the request, and preserves proof.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99C39-2585-4BA0-8240-CD1BA808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815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4"/>
                </a:solidFill>
                <a:latin typeface="Aptos"/>
                <a:ea typeface="Aptos"/>
                <a:cs typeface="Aptos"/>
              </a:rPr>
              <a:t>Live demo: unboundai.xyz</a:t>
            </a:r>
          </a:p>
          <a:p xmlns:a="http://schemas.openxmlformats.org/drawingml/2006/main">
            <a:pPr algn="l">
              <a:defRPr sz="975" b="1">
                <a:solidFill>
                  <a:srgbClr val="F5F7F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4"/>
                </a:solidFill>
                <a:latin typeface="Aptos"/>
                <a:ea typeface="Aptos"/>
                <a:cs typeface="Aptos"/>
              </a:rPr>
              <a:t>Project: Boundless by Miraix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2F6104-5B5D-4EAA-AB48-C4B36E85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E3321-6839-4239-B198-87EF5937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A3"/>
                </a:solidFill>
                <a:latin typeface="Aptos"/>
                <a:ea typeface="Aptos"/>
                <a:cs typeface="Aptos"/>
              </a:rPr>
              <a:t>Close · governed agent payments with bounded financial authority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2D648-87C4-45CA-890F-7927DE9B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F8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F89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22523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2026-05-15T06:52:12.5580000Z</dcterms:created>
  <dcterms:modified xsi:type="dcterms:W3CDTF">2026-05-15T06:52:12.5580000Z</dcterms:modified>
</coreProperties>
</file>